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De-orphaning UNCONFIRMED candidate bins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ECF0F1"/>
                </a:solidFill>
                <a:latin typeface="Calibri"/>
              </a:rPr>
              <a:t>A reverse / containment match: which candidates are artifacts of compounds we already have?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6A085"/>
                </a:solidFill>
                <a:latin typeface="Calibri"/>
              </a:rPr>
              <a:t>LCBinBase · HILIC-negative · reverse-score pipeline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5D6D7E"/>
                </a:solidFill>
                <a:latin typeface="Calibri"/>
              </a:rPr>
              <a:t>UNCONFIRMED = the promote / don't-promote pile (26,527 candidates, HILIC-negative)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BinBase generates candidate bins; the UNCONFIRMED ones passed every QC gate (ion count, S/N, scans, ISTD, clean-spectra) and await acceptance as real compounds.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But some candidates aren't new — they're in-source fragments, adducts, or isotope peaks of compounds we've ALREADY confirmed.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A recurring in-source fragment recurs as often as its parent, so it clears the threshold and becomes its own candidate.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Question: which candidates should NOT be promoted (artifact of an existing compound) vs are genuinely novel?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method — reverse /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Flag a candidate O as a related ion of a confirmed bin C when ALL hold: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D6D7E"/>
                </a:solidFill>
                <a:latin typeface="Calibri"/>
              </a:rPr>
              <a:t>•  they co-elute (Δ retention-index ≤ 4)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D6D7E"/>
                </a:solidFill>
                <a:latin typeface="Calibri"/>
              </a:rPr>
              <a:t>•  prec(C) − prec(O) is a neutral-loss / adduct / ¹³C-isotope spacing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D6D7E"/>
                </a:solidFill>
                <a:latin typeface="Calibri"/>
              </a:rPr>
              <a:t>•  O's ions are CONTAINED in C's spectrum (reverse score)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Why containment, not forward cosine: a fragment is a SUBSPECTRUM of its parent — forward cosine is dragged down by the parent's extra ions and misses the link; one-sided containment stays high.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Isotopes restricted to ¹³C (³⁴S/³⁷Cl need a parent formula the table doesn't carry).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Result</a:t>
            </a:r>
          </a:p>
        </p:txBody>
      </p:sp>
      <p:pic>
        <p:nvPicPr>
          <p:cNvPr id="3" name="Picture 2" descr="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7450519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2,630 / 26,527 (9.9%) flagged as relational artifacts → don't-promote list; 1,576 link to a NAMED confirmed parent. Dominated by in-source fragments.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Examples — candidate → confirmed parent it's a related ion of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280160"/>
                <a:gridCol w="3931920"/>
                <a:gridCol w="1645920"/>
              </a:tblGrid>
              <a:tr h="50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candidate m/z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contain.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confirmed parent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parent m/z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102.0562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−CO2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glutamic acid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146.0464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128.0354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−NH3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glutamine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145.0619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383.1199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−hexose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NP-022519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545.1725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191.0200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−H2O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saccharic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209.0303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213.0058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iso 13C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indoxyl sulfate isomer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212.0023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259.0416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iso 13C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glucosamine 1-phosphate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258.0383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341.0154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adduct K-H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oxypurinol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303.0596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411.0876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A085"/>
                          </a:solidFill>
                        </a:rPr>
                        <a:t>adduct Na-H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MOPS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389.1058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D6D7E"/>
                </a:solidFill>
                <a:latin typeface="Calibri"/>
              </a:rPr>
              <a:t>Textbook in-source losses (carboxylic acids shedding CO₂, etc.); ¹³C peaks; same fragment often spawns several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How far to trust it</a:t>
            </a:r>
          </a:p>
        </p:txBody>
      </p:sp>
      <p:pic>
        <p:nvPicPr>
          <p:cNvPr id="3" name="Picture 2" descr="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280160"/>
            <a:ext cx="7450519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1264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Scramble masses → 1.5% (chemistry is real); non-physical losses → 0%. Not sparse spectra (median 9 peaks).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Honest caveats + a side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Method-level co-elution is WEAK on its own — the confirmed-bin retention axis is crowded, so most candidates have some neighbour within a few RI units (RI-shuffle 7.6%).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D6D7E"/>
                </a:solidFill>
                <a:latin typeface="Calibri"/>
              </a:rPr>
              <a:t>•  → firmest calls are the named-parent in-source fragments and adducts.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Isotopes are a small slice (105) — they MUST be the heavier ion of a confirmed bin; an earlier two-sided match inflated them ~10×, now fixed.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The 'novel' 90% residual is candidate novels — still needs the spectrum-quality (S_norm) check before being called real.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Side finding: the same test among CONFIRMED bins flags ~13% (858/6,398) as related-ions of another confirmed bin — a separate library-cleanup list (re-finds cases already yy_-flagged).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Suggested use +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Per pending pile: auto-label each candidate 'in-source fragment / ¹³C-isotope / adduct of [compound] — don't promote' vs 'no confirmed parent — review'.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Stops redundant artifacts competing for promotion; surfaces the genuinely-new candidates.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</a:rPr>
              <a:t>•  Next: (a) spot-check ~20 flagged candidates; (b) ship the confirmed-bin cleanup list; (c) run on HILIC-pos / C18 / lipidomics to confirm it generalizes.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